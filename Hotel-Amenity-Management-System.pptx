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7743" y="182879"/>
            <a:ext cx="11466576" cy="65227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>
    <p:wipe/>
  </p:transition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E7936C-12D9-B3D2-F8F9-EEF3645FD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0"/>
            <a:ext cx="11430000" cy="5715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151734-9725-2125-9931-D21856D74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2" t="1760"/>
          <a:stretch>
            <a:fillRect/>
          </a:stretch>
        </p:blipFill>
        <p:spPr>
          <a:xfrm>
            <a:off x="762000" y="152400"/>
            <a:ext cx="11416561" cy="55626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18E560-69C1-5CB7-F97C-2590F0E1E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" t="1865"/>
          <a:stretch>
            <a:fillRect/>
          </a:stretch>
        </p:blipFill>
        <p:spPr>
          <a:xfrm>
            <a:off x="762000" y="228600"/>
            <a:ext cx="11430000" cy="55033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0D099D-F3E1-82A4-584F-894741915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" t="1947"/>
          <a:stretch>
            <a:fillRect/>
          </a:stretch>
        </p:blipFill>
        <p:spPr>
          <a:xfrm>
            <a:off x="762000" y="228600"/>
            <a:ext cx="11430000" cy="577153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A3008-21BF-6DB6-B2A8-703688DEC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8D675D-68E1-D653-3875-B74D381A2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" t="2956" r="202"/>
          <a:stretch>
            <a:fillRect/>
          </a:stretch>
        </p:blipFill>
        <p:spPr>
          <a:xfrm>
            <a:off x="762000" y="228600"/>
            <a:ext cx="11430000" cy="552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9483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EAFF-8A42-D3BF-1697-97ABD7151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404F72-ED30-4DE6-05F7-9FCBEC4D2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8" t="2096"/>
          <a:stretch>
            <a:fillRect/>
          </a:stretch>
        </p:blipFill>
        <p:spPr>
          <a:xfrm>
            <a:off x="762000" y="228599"/>
            <a:ext cx="11430000" cy="54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4188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5CE71-4C16-3455-F145-FDE8DD3D6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967E98-4FC8-FD22-6EEE-80BCA493F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9" t="3370" r="-2500" b="-1939"/>
          <a:stretch>
            <a:fillRect/>
          </a:stretch>
        </p:blipFill>
        <p:spPr>
          <a:xfrm>
            <a:off x="762000" y="228600"/>
            <a:ext cx="11658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7584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21AF9-AF20-6AF0-CBE0-1E634DD50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B15D08-A929-FE1B-3B4C-ED8D1F661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8600"/>
            <a:ext cx="114300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161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0568F-4EA6-BE46-9F35-0E37664C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3EEBF7-3D37-625D-F375-0AA4454E4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8600"/>
            <a:ext cx="113538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56322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BC1EA-B541-C50B-1B39-CA3AC9786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0DE437-E46E-4AB4-FF07-C6F8B4ECE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8600"/>
            <a:ext cx="113538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1105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6CCF9-679D-A998-A39E-B3101B2E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439FE9-DD61-3CBF-B512-18F95F579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8600"/>
            <a:ext cx="113538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9246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5D31D-8523-6578-B70C-4B58C0B4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AD6141-B14F-D639-9A55-89AEE5EA8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8600"/>
            <a:ext cx="11277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8096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CE3C-CEED-1FA2-BF9E-1834692D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EFB5C1-87E7-BB85-021A-71D144E03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t="2924" r="642"/>
          <a:stretch>
            <a:fillRect/>
          </a:stretch>
        </p:blipFill>
        <p:spPr>
          <a:xfrm>
            <a:off x="762000" y="228599"/>
            <a:ext cx="11430000" cy="54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347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F261E-1804-983E-700E-EB1D12B47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98CC52-FF6C-0FC4-D2C3-F36A480EE3E1}"/>
              </a:ext>
            </a:extLst>
          </p:cNvPr>
          <p:cNvSpPr txBox="1"/>
          <p:nvPr/>
        </p:nvSpPr>
        <p:spPr>
          <a:xfrm>
            <a:off x="1828800" y="1447800"/>
            <a:ext cx="8915400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Thank you !</a:t>
            </a:r>
          </a:p>
          <a:p>
            <a:r>
              <a:rPr lang="en-US" sz="6600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                  😊</a:t>
            </a:r>
          </a:p>
        </p:txBody>
      </p:sp>
    </p:spTree>
    <p:extLst>
      <p:ext uri="{BB962C8B-B14F-4D97-AF65-F5344CB8AC3E}">
        <p14:creationId xmlns:p14="http://schemas.microsoft.com/office/powerpoint/2010/main" val="309563776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</TotalTime>
  <Words>5</Words>
  <Application>Microsoft Office PowerPoint</Application>
  <PresentationFormat>Widescreen</PresentationFormat>
  <Paragraphs>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Apoorv Mishra</dc:creator>
  <cp:lastModifiedBy>Apoorv  Mishra</cp:lastModifiedBy>
  <cp:revision>6</cp:revision>
  <dcterms:created xsi:type="dcterms:W3CDTF">2026-04-20T02:24:07Z</dcterms:created>
  <dcterms:modified xsi:type="dcterms:W3CDTF">2026-04-23T09:11:23Z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2026-04-16T00:00:00Z</vt:filetime>
  </property>
  <property fmtid="{D5CDD505-2E9C-101B-9397-08002B2CF9AE}" pid="3" name="LastSaved">
    <vt:filetime>2026-04-20T00:00:00Z</vt:filetime>
  </property>
</Properties>
</file>